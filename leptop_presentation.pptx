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Leptop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History of Laptops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first laptop, the IBM PC Convertible, was released in 1986</a:t>
            </a:r>
          </a:p>
          <a:p>
            <a:pPr lvl="1"/>
            <a:r>
              <a:t>Laptops became more popular in the 1990s with advancements in battery life and processing power</a:t>
            </a:r>
          </a:p>
          <a:p>
            <a:pPr lvl="1"/>
            <a:r>
              <a:t>Today, laptops are a fundamental tool for work, education, and entertainment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Benefits of Laptops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Portability and convenience for work, school, or travel</a:t>
            </a:r>
          </a:p>
          <a:p>
            <a:pPr lvl="1"/>
            <a:r>
              <a:t>Versatility for use in various environments, including offices, classrooms, or coffee shops</a:t>
            </a:r>
          </a:p>
          <a:p>
            <a:pPr lvl="1"/>
            <a:r>
              <a:t>Ability to run multiple applications and tasks simultaneously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Components of a Laptop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Processor (CPU): handles calculations and executes instructions</a:t>
            </a:r>
          </a:p>
          <a:p>
            <a:pPr lvl="1"/>
            <a:r>
              <a:t>Memory (RAM): temporary storage for currently running programs</a:t>
            </a:r>
          </a:p>
          <a:p>
            <a:pPr lvl="1"/>
            <a:r>
              <a:t>Storage (Hard Drive or SSD): long-term storage for files, programs, and data</a:t>
            </a:r>
          </a:p>
          <a:p>
            <a:pPr lvl="1"/>
            <a:r>
              <a:t>Graphics Card: controls graphics and visuals on the laptop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Laptops in Different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and Productivity: laptops for work, meetings, and presentations</a:t>
            </a:r>
          </a:p>
          <a:p>
            <a:pPr lvl="1"/>
            <a:r>
              <a:t>Education and Learning: laptops for students, teachers, and online courses</a:t>
            </a:r>
          </a:p>
          <a:p>
            <a:pPr lvl="1"/>
            <a:r>
              <a:t>Gaming and Entertainment: high-performance laptops for gaming and multimedia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